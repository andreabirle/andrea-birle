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3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u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smtClean="0"/>
              <a:t>Clic pentru a edita stilul de subtitlu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2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76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611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999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64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479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5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256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 smtClean="0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695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 smtClean="0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07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534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402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097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107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evărat sau f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014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1907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00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mtClean="0"/>
              <a:t>Clic pentru editare stil titlu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931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dirty="0" err="1">
                <a:solidFill>
                  <a:schemeClr val="accent4">
                    <a:lumMod val="50000"/>
                  </a:schemeClr>
                </a:solidFill>
              </a:rPr>
              <a:t>Solver</a:t>
            </a:r>
            <a:r>
              <a:rPr lang="ro-RO" dirty="0">
                <a:solidFill>
                  <a:schemeClr val="accent4">
                    <a:lumMod val="50000"/>
                  </a:schemeClr>
                </a:solidFill>
              </a:rPr>
              <a:t> automat pentru </a:t>
            </a:r>
            <a:r>
              <a:rPr lang="ro-RO" dirty="0" err="1">
                <a:solidFill>
                  <a:schemeClr val="accent4">
                    <a:lumMod val="50000"/>
                  </a:schemeClr>
                </a:solidFill>
              </a:rPr>
              <a:t>Hangman</a:t>
            </a:r>
            <a:endParaRPr lang="ro-RO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o-RO" dirty="0"/>
              <a:t>Nume </a:t>
            </a:r>
            <a:r>
              <a:rPr lang="ro-RO" dirty="0" smtClean="0"/>
              <a:t>student</a:t>
            </a:r>
            <a:r>
              <a:rPr lang="en-AU" dirty="0" smtClean="0"/>
              <a:t>: B</a:t>
            </a:r>
            <a:r>
              <a:rPr lang="ro-RO" dirty="0" err="1" smtClean="0"/>
              <a:t>îrle</a:t>
            </a:r>
            <a:r>
              <a:rPr lang="ro-RO" dirty="0" smtClean="0"/>
              <a:t> Andrea</a:t>
            </a:r>
          </a:p>
          <a:p>
            <a:pPr algn="r"/>
            <a:r>
              <a:rPr lang="ro-RO" dirty="0" smtClean="0"/>
              <a:t>Practica de specialitate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23306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solidFill>
                  <a:schemeClr val="accent4">
                    <a:lumMod val="50000"/>
                  </a:schemeClr>
                </a:solidFill>
              </a:rPr>
              <a:t>Descriere generală a proiectului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o-RO" dirty="0"/>
              <a:t>Proiectul constă în dezvoltarea unei aplicații care rezolvă automat jocuri de tip </a:t>
            </a:r>
            <a:r>
              <a:rPr lang="ro-RO" b="1" dirty="0" err="1"/>
              <a:t>Hangman</a:t>
            </a:r>
            <a:r>
              <a:rPr lang="ro-RO" dirty="0"/>
              <a:t>, pornind de la un </a:t>
            </a:r>
            <a:r>
              <a:rPr lang="ro-RO" b="1" dirty="0"/>
              <a:t>pattern parțial cunoscut</a:t>
            </a:r>
            <a:r>
              <a:rPr lang="ro-RO" dirty="0"/>
              <a:t>.</a:t>
            </a:r>
          </a:p>
          <a:p>
            <a:pPr marL="0" indent="0">
              <a:buNone/>
            </a:pPr>
            <a:r>
              <a:rPr lang="ro-RO" b="1" dirty="0"/>
              <a:t>Aplicația:</a:t>
            </a:r>
          </a:p>
          <a:p>
            <a:r>
              <a:rPr lang="ro-RO" dirty="0"/>
              <a:t>citește datele dintr-un fișier CSV</a:t>
            </a:r>
          </a:p>
          <a:p>
            <a:r>
              <a:rPr lang="ro-RO" dirty="0"/>
              <a:t>identifică cuvântul corect folosind un dicționar</a:t>
            </a:r>
          </a:p>
          <a:p>
            <a:r>
              <a:rPr lang="ro-RO" dirty="0"/>
              <a:t>minimizează numărul de încercări</a:t>
            </a:r>
          </a:p>
          <a:p>
            <a:r>
              <a:rPr lang="ro-RO" dirty="0"/>
              <a:t>produce un fișier CSV cu rezultatele</a:t>
            </a:r>
          </a:p>
          <a:p>
            <a:pPr marL="0" indent="0">
              <a:buNone/>
            </a:pPr>
            <a:endParaRPr lang="ro-RO" dirty="0" smtClean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72495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295401" y="747001"/>
            <a:ext cx="9601196" cy="1303867"/>
          </a:xfrm>
        </p:spPr>
        <p:txBody>
          <a:bodyPr/>
          <a:lstStyle/>
          <a:p>
            <a:r>
              <a:rPr lang="ro-RO" dirty="0">
                <a:solidFill>
                  <a:schemeClr val="accent4">
                    <a:lumMod val="50000"/>
                  </a:schemeClr>
                </a:solidFill>
              </a:rPr>
              <a:t>Inițializare și citirea datelor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149350" y="2717919"/>
            <a:ext cx="7173823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Scriptul principal (solve_hangman.py) începe prin citirea: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unui fișier CSV cu jocurile (test.csv)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unui fișier text cu dicționarul de cuvinte (resource.txt)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Citirea CSV-ului se face cu funcția </a:t>
            </a:r>
            <a:r>
              <a:rPr kumimoji="0" lang="ro-RO" altLang="ro-RO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read_csv</a:t>
            </a: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din utils.py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Fiecare linie conține: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game_id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pattern_initial</a:t>
            </a:r>
            <a:endParaRPr kumimoji="0" lang="ro-RO" altLang="ro-RO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cuvant_tinta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(folosit doar pentru evaluare)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35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solidFill>
                  <a:schemeClr val="accent4">
                    <a:lumMod val="50000"/>
                  </a:schemeClr>
                </a:solidFill>
              </a:rPr>
              <a:t>Normalizarea datelor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31863" y="3023622"/>
            <a:ext cx="828861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Pentru a evita problemele cauzate 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litere mari / mici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diacritice românești (ă, â, î, ș, ț)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este folosită funcția </a:t>
            </a:r>
            <a:r>
              <a:rPr kumimoji="0" lang="ro-RO" altLang="ro-RO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normalize</a:t>
            </a: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ro-RO" dirty="0" smtClean="0"/>
              <a:t>transformă </a:t>
            </a:r>
            <a:r>
              <a:rPr lang="ro-RO" dirty="0"/>
              <a:t>cuvintele </a:t>
            </a:r>
            <a:r>
              <a:rPr lang="ro-RO" b="1" dirty="0"/>
              <a:t>cu diacritice</a:t>
            </a:r>
            <a:r>
              <a:rPr lang="ro-RO" dirty="0"/>
              <a:t> în variantele lor </a:t>
            </a:r>
            <a:r>
              <a:rPr lang="ro-RO" b="1" dirty="0"/>
              <a:t>fără diacritice</a:t>
            </a:r>
            <a:r>
              <a:rPr lang="ro-RO" dirty="0" smtClean="0"/>
              <a:t>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permite </a:t>
            </a: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comparații corecte între pattern, dicționar și rezultat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65670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solidFill>
                  <a:schemeClr val="accent4">
                    <a:lumMod val="50000"/>
                  </a:schemeClr>
                </a:solidFill>
              </a:rPr>
              <a:t>Strategia de rezolvare</a:t>
            </a:r>
            <a:endParaRPr lang="ro-RO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idx="1"/>
          </p:nvPr>
        </p:nvSpPr>
        <p:spPr bwMode="auto">
          <a:xfrm>
            <a:off x="947738" y="2404667"/>
            <a:ext cx="939269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Strategia de rezolvare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Pentru fiecare joc: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 filtrează inițial dicționarul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 păstrează doar cuvintele cu </a:t>
            </a:r>
            <a:r>
              <a:rPr kumimoji="0" lang="ro-RO" altLang="ro-RO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lungimea egală cu pattern-</a:t>
            </a:r>
            <a:r>
              <a:rPr kumimoji="0" lang="ro-RO" altLang="ro-RO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ul</a:t>
            </a:r>
            <a:endParaRPr kumimoji="0" lang="ro-RO" altLang="ro-RO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 creează o reprezentare internă a pattern-ului curent (* pentru necunoscut)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Solverul</a:t>
            </a:r>
            <a:r>
              <a:rPr kumimoji="0" lang="ro-RO" altLang="ro-RO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intră într-o buclă care continuă până când: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rămâne un singur cuvânt candidat</a:t>
            </a:r>
            <a:b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nu mai pot fi alese litere noi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225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Mecanismul de ghicire a literelor</a:t>
            </a:r>
            <a:endParaRPr lang="ro-RO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463717"/>
            <a:ext cx="808426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ro-RO" sz="2000" b="1" dirty="0"/>
              <a:t>Mecanismul de ghicire</a:t>
            </a:r>
          </a:p>
          <a:p>
            <a:pPr marL="0" indent="0">
              <a:buNone/>
            </a:pPr>
            <a:r>
              <a:rPr lang="ro-RO" sz="2000" dirty="0"/>
              <a:t>La fiecare pas:</a:t>
            </a:r>
          </a:p>
          <a:p>
            <a:r>
              <a:rPr lang="ro-RO" sz="2000" dirty="0"/>
              <a:t>Se analizează toate cuvintele candidate rămase</a:t>
            </a:r>
          </a:p>
          <a:p>
            <a:r>
              <a:rPr lang="ro-RO" sz="2000" dirty="0"/>
              <a:t>Se calculează </a:t>
            </a:r>
            <a:r>
              <a:rPr lang="ro-RO" sz="2000" b="1" dirty="0"/>
              <a:t>frecvența literelor necunoscute</a:t>
            </a:r>
            <a:endParaRPr lang="ro-RO" sz="2000" dirty="0"/>
          </a:p>
          <a:p>
            <a:pPr marL="0" indent="0">
              <a:buNone/>
            </a:pPr>
            <a:r>
              <a:rPr lang="ro-RO" sz="2000" dirty="0" smtClean="0"/>
              <a:t>Se </a:t>
            </a:r>
            <a:r>
              <a:rPr lang="ro-RO" sz="2000" dirty="0"/>
              <a:t>alege litera:</a:t>
            </a:r>
          </a:p>
          <a:p>
            <a:pPr lvl="1"/>
            <a:r>
              <a:rPr lang="ro-RO" dirty="0"/>
              <a:t>care apare cel mai des</a:t>
            </a:r>
          </a:p>
          <a:p>
            <a:pPr lvl="1"/>
            <a:r>
              <a:rPr lang="ro-RO" dirty="0"/>
              <a:t>care nu a mai fost încercată</a:t>
            </a:r>
          </a:p>
          <a:p>
            <a:pPr marL="0" indent="0">
              <a:buNone/>
            </a:pPr>
            <a:r>
              <a:rPr lang="ro-RO" sz="2000" dirty="0"/>
              <a:t>Această literă este cea mai probabilă să reducă rapid spațiul de căutare.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15617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Actualizare și filtrare</a:t>
            </a:r>
            <a:endParaRPr lang="ro-RO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295401" y="2323574"/>
            <a:ext cx="768563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Actualizarea stării jocului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După fiecare ghicire: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dacă litera apare în cuvânt: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pattern-</a:t>
            </a:r>
            <a:r>
              <a:rPr kumimoji="0" lang="ro-RO" altLang="ro-RO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ul</a:t>
            </a: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este actualizat (ex: *a***ă → cărare)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dacă nu apare: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litera este marcată ca încercată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Apoi: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lista de cuvinte candidate este </a:t>
            </a:r>
            <a:r>
              <a:rPr kumimoji="0" lang="ro-RO" altLang="ro-RO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rafinată</a:t>
            </a:r>
            <a:endParaRPr kumimoji="0" lang="ro-RO" altLang="ro-RO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sunt eliminate cuvintele care nu mai respectă pattern-</a:t>
            </a:r>
            <a:r>
              <a:rPr kumimoji="0" lang="ro-RO" altLang="ro-RO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ul</a:t>
            </a: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curent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78692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Condiții de oprire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6023" y="2641220"/>
            <a:ext cx="10519954" cy="3397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ro-RO" sz="2000" b="1" dirty="0" err="1"/>
              <a:t>Solverul</a:t>
            </a:r>
            <a:r>
              <a:rPr lang="ro-RO" sz="2000" b="1" dirty="0"/>
              <a:t> se oprește când:</a:t>
            </a:r>
          </a:p>
          <a:p>
            <a:r>
              <a:rPr lang="ro-RO" sz="2000" dirty="0"/>
              <a:t>rămâne </a:t>
            </a:r>
            <a:r>
              <a:rPr lang="ro-RO" sz="2000" b="1" dirty="0"/>
              <a:t>un singur cuvânt candidat</a:t>
            </a:r>
            <a:endParaRPr lang="ro-RO" sz="2000" dirty="0"/>
          </a:p>
          <a:p>
            <a:r>
              <a:rPr lang="ro-RO" sz="2000" dirty="0"/>
              <a:t>sau nu mai există litere noi de încercat</a:t>
            </a:r>
          </a:p>
          <a:p>
            <a:pPr marL="0" indent="0">
              <a:buNone/>
            </a:pPr>
            <a:r>
              <a:rPr lang="ro-RO" sz="2000" b="1" dirty="0"/>
              <a:t>În acest caz:</a:t>
            </a:r>
          </a:p>
          <a:p>
            <a:r>
              <a:rPr lang="ro-RO" sz="2000" dirty="0"/>
              <a:t>cuvântul este considerat găsit</a:t>
            </a:r>
          </a:p>
          <a:p>
            <a:r>
              <a:rPr lang="ro-RO" sz="2000" dirty="0"/>
              <a:t>se completează secvența finală de litere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o-RO" altLang="ro-R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62373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Execuția principală </a:t>
            </a:r>
            <a:endParaRPr lang="ro-RO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913709" y="2995195"/>
            <a:ext cx="4965783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Funcția </a:t>
            </a:r>
            <a:r>
              <a:rPr kumimoji="0" lang="ro-RO" altLang="ro-RO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main</a:t>
            </a: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parcurge fiecare joc din fișierul CSV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apelează </a:t>
            </a:r>
            <a:r>
              <a:rPr kumimoji="0" lang="ro-RO" altLang="ro-RO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solverul</a:t>
            </a: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pentru fiecare pattern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compară cuvântul găsit cu cel țintă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determină statusul: OK sau FAIL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435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Raportarea rezultatelor</a:t>
            </a:r>
            <a:endParaRPr lang="ro-RO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60863" y="2372610"/>
            <a:ext cx="7361118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Rezultatele sunt salvate într-un fișier CSV care conține: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game_id</a:t>
            </a:r>
            <a:endParaRPr kumimoji="0" lang="ro-RO" altLang="ro-RO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total_incercari</a:t>
            </a:r>
            <a:endParaRPr kumimoji="0" lang="ro-RO" altLang="ro-RO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cuvant_gasit</a:t>
            </a:r>
            <a:endParaRPr kumimoji="0" lang="ro-RO" altLang="ro-RO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secventa_incercari</a:t>
            </a:r>
            <a:endParaRPr kumimoji="0" lang="ro-RO" altLang="ro-RO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o-RO" dirty="0"/>
              <a:t>Exemplu</a:t>
            </a:r>
            <a:r>
              <a:rPr lang="ro-RO" dirty="0" smtClean="0"/>
              <a:t>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o-RO" altLang="ro-RO" dirty="0">
                <a:solidFill>
                  <a:schemeClr val="tx1"/>
                </a:solidFill>
                <a:latin typeface="+mj-lt"/>
              </a:rPr>
              <a:t>99,4,student,OK,u d e 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o-RO" altLang="ro-RO" dirty="0">
                <a:solidFill>
                  <a:schemeClr val="tx1"/>
                </a:solidFill>
                <a:latin typeface="+mj-lt"/>
              </a:rPr>
              <a:t>17,3,carare,OK,c r a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ro-RO" altLang="ro-R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263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solidFill>
                  <a:schemeClr val="accent4">
                    <a:lumMod val="50000"/>
                  </a:schemeClr>
                </a:solidFill>
              </a:rPr>
              <a:t>Limitări și îmbunătățiri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o-RO" b="1" dirty="0"/>
              <a:t>Limitări:</a:t>
            </a:r>
          </a:p>
          <a:p>
            <a:r>
              <a:rPr lang="ro-RO" dirty="0"/>
              <a:t>Performanța depinde de calitatea dicționarului</a:t>
            </a:r>
          </a:p>
          <a:p>
            <a:r>
              <a:rPr lang="ro-RO" dirty="0"/>
              <a:t>Nu se folosesc statistici lingvistice avansate</a:t>
            </a:r>
          </a:p>
          <a:p>
            <a:pPr marL="0" indent="0">
              <a:buNone/>
            </a:pPr>
            <a:r>
              <a:rPr lang="ro-RO" b="1" dirty="0"/>
              <a:t>Îmbunătățiri posibile:</a:t>
            </a:r>
          </a:p>
          <a:p>
            <a:r>
              <a:rPr lang="ro-RO" dirty="0"/>
              <a:t>probabilități bazate pe limba română</a:t>
            </a:r>
          </a:p>
          <a:p>
            <a:r>
              <a:rPr lang="ro-RO" dirty="0"/>
              <a:t>ghicire directă a cuvântului când este sigur</a:t>
            </a:r>
          </a:p>
          <a:p>
            <a:r>
              <a:rPr lang="ro-RO" dirty="0"/>
              <a:t>optimizare suplimentară a selecției literelor</a:t>
            </a:r>
          </a:p>
          <a:p>
            <a:pPr marL="0" indent="0">
              <a:buNone/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58339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Concluzie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175657" y="3090582"/>
            <a:ext cx="1004098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Proiectul implementează corect un </a:t>
            </a:r>
            <a:r>
              <a:rPr kumimoji="0" lang="ro-RO" altLang="ro-RO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solver</a:t>
            </a: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automat de </a:t>
            </a:r>
            <a:r>
              <a:rPr kumimoji="0" lang="ro-RO" altLang="ro-RO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Hangman</a:t>
            </a:r>
            <a:endParaRPr kumimoji="0" lang="ro-RO" altLang="ro-RO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Folosește o strategie eficientă bazată pe frecvența literelor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Codul este modular, clar și ușor de explicat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Soluția respectă toate cerințele temei</a:t>
            </a:r>
          </a:p>
        </p:txBody>
      </p:sp>
    </p:spTree>
    <p:extLst>
      <p:ext uri="{BB962C8B-B14F-4D97-AF65-F5344CB8AC3E}">
        <p14:creationId xmlns:p14="http://schemas.microsoft.com/office/powerpoint/2010/main" val="605543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255</TotalTime>
  <Words>475</Words>
  <Application>Microsoft Office PowerPoint</Application>
  <PresentationFormat>Ecran lat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12</vt:i4>
      </vt:variant>
    </vt:vector>
  </HeadingPairs>
  <TitlesOfParts>
    <vt:vector size="15" baseType="lpstr">
      <vt:lpstr>Arial</vt:lpstr>
      <vt:lpstr>Garamond</vt:lpstr>
      <vt:lpstr>Organic</vt:lpstr>
      <vt:lpstr>Solver automat pentru Hangman</vt:lpstr>
      <vt:lpstr>Descriere generală a proiectului</vt:lpstr>
      <vt:lpstr>Inițializare și citirea datelor</vt:lpstr>
      <vt:lpstr>Normalizarea datelor</vt:lpstr>
      <vt:lpstr>Strategia de rezolvare</vt:lpstr>
      <vt:lpstr>Mecanismul de ghicire a literelor</vt:lpstr>
      <vt:lpstr>Actualizare și filtrare</vt:lpstr>
      <vt:lpstr>Condiții de oprire</vt:lpstr>
      <vt:lpstr>Execuția principală </vt:lpstr>
      <vt:lpstr>Raportarea rezultatelor</vt:lpstr>
      <vt:lpstr>Limitări și îmbunătățiri</vt:lpstr>
      <vt:lpstr>Concluzie</vt:lpstr>
    </vt:vector>
  </TitlesOfParts>
  <Company>diakov.net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Solver automat pentru Hangman</dc:title>
  <dc:creator>Andrea</dc:creator>
  <cp:lastModifiedBy>Andrea</cp:lastModifiedBy>
  <cp:revision>9</cp:revision>
  <dcterms:created xsi:type="dcterms:W3CDTF">2026-01-17T17:09:18Z</dcterms:created>
  <dcterms:modified xsi:type="dcterms:W3CDTF">2026-01-18T19:48:19Z</dcterms:modified>
</cp:coreProperties>
</file>