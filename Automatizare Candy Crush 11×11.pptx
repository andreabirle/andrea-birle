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u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smtClean="0"/>
              <a:t>Clic pentru a edita stilul de subtitlu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890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61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468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648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6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416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328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728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 smtClean="0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1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79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3009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o-RO" smtClean="0"/>
              <a:t>Clic pentru editare stiluri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355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o-RO" smtClean="0"/>
              <a:t>Clic pentru editare stiluri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6636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evărat sau f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o-RO" smtClean="0"/>
              <a:t>Clic pentru editare stiluri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600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852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33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066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Automatizare </a:t>
            </a:r>
            <a:r>
              <a:rPr lang="ro-RO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Candy</a:t>
            </a:r>
            <a:r>
              <a:rPr lang="ro-RO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Crush</a:t>
            </a:r>
            <a:r>
              <a:rPr lang="ro-RO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11×11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b="1" dirty="0" smtClean="0"/>
              <a:t>Nume: </a:t>
            </a:r>
            <a:r>
              <a:rPr lang="ro-RO" dirty="0" err="1" smtClean="0"/>
              <a:t>Bîrle</a:t>
            </a:r>
            <a:r>
              <a:rPr lang="ro-RO" dirty="0" smtClean="0"/>
              <a:t> Andrea </a:t>
            </a:r>
          </a:p>
          <a:p>
            <a:r>
              <a:rPr lang="ro-RO" b="1" dirty="0" err="1" smtClean="0"/>
              <a:t>Diciplina</a:t>
            </a:r>
            <a:r>
              <a:rPr lang="ro-RO" b="1" dirty="0" smtClean="0"/>
              <a:t>: </a:t>
            </a:r>
            <a:r>
              <a:rPr lang="ro-RO" dirty="0" smtClean="0"/>
              <a:t>Practica de specialitate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6033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2000742" y="1094373"/>
            <a:ext cx="8911687" cy="1280890"/>
          </a:xfrm>
        </p:spPr>
        <p:txBody>
          <a:bodyPr/>
          <a:lstStyle/>
          <a:p>
            <a:pPr algn="ctr"/>
            <a:r>
              <a:rPr lang="ro-RO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Obiective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2899027"/>
            <a:ext cx="821885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Automatizarea unui joc 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Candy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Crush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11×11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Detectarea și eliminarea formațiunilor: linie 3/4/5, L, 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Aplicarea gravitației și 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refill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‑ului tablei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Alegerea 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-urilor pentru maximizarea scorului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Rulare 100 jocuri și generare CSV cu rezultate</a:t>
            </a:r>
          </a:p>
        </p:txBody>
      </p:sp>
    </p:spTree>
    <p:extLst>
      <p:ext uri="{BB962C8B-B14F-4D97-AF65-F5344CB8AC3E}">
        <p14:creationId xmlns:p14="http://schemas.microsoft.com/office/powerpoint/2010/main" val="828686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2288125" y="1346922"/>
            <a:ext cx="8911687" cy="1280890"/>
          </a:xfrm>
        </p:spPr>
        <p:txBody>
          <a:bodyPr/>
          <a:lstStyle/>
          <a:p>
            <a:pPr algn="ctr"/>
            <a:r>
              <a:rPr lang="ro-RO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Modelarea jocului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990332" y="3408292"/>
            <a:ext cx="1011687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Board: 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matrice 11×11 cu valori {0=gol, 1-4=culori}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Tranziții: 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detectare → eliminare → gravitație → 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refill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endParaRPr kumimoji="0" lang="ro-RO" altLang="ro-RO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schimb ortogonal între două celule dacă creează o formațiune</a:t>
            </a:r>
          </a:p>
        </p:txBody>
      </p:sp>
    </p:spTree>
    <p:extLst>
      <p:ext uri="{BB962C8B-B14F-4D97-AF65-F5344CB8AC3E}">
        <p14:creationId xmlns:p14="http://schemas.microsoft.com/office/powerpoint/2010/main" val="747942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2018159" y="1512384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ro-RO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Detectare și scor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824453" y="3445396"/>
            <a:ext cx="1044863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Linie: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→ 5p, 4 → 10p, 5 → 50p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L: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două linii de 3 → 20p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T: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trei linii de 3 → 30p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 anti‑dublare: 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celulă contribuie la o singură formațiune / pas</a:t>
            </a:r>
          </a:p>
        </p:txBody>
      </p:sp>
    </p:spTree>
    <p:extLst>
      <p:ext uri="{BB962C8B-B14F-4D97-AF65-F5344CB8AC3E}">
        <p14:creationId xmlns:p14="http://schemas.microsoft.com/office/powerpoint/2010/main" val="1302503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2341411" y="1416590"/>
            <a:ext cx="8911687" cy="1280890"/>
          </a:xfrm>
        </p:spPr>
        <p:txBody>
          <a:bodyPr/>
          <a:lstStyle/>
          <a:p>
            <a:pPr algn="ctr"/>
            <a:r>
              <a:rPr lang="ro-RO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Strategia </a:t>
            </a:r>
            <a:r>
              <a:rPr lang="ro-RO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endParaRPr lang="ro-RO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114470"/>
            <a:ext cx="841608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Funcție rapidă 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best_swap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(board)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-uri doar dreapta/jos pentru a reduce complexitatea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Estimează scor doar pe linii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Alege 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 scor maxim → aplică cascade complete</a:t>
            </a:r>
          </a:p>
        </p:txBody>
      </p:sp>
    </p:spTree>
    <p:extLst>
      <p:ext uri="{BB962C8B-B14F-4D97-AF65-F5344CB8AC3E}">
        <p14:creationId xmlns:p14="http://schemas.microsoft.com/office/powerpoint/2010/main" val="1086442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887531" y="1198876"/>
            <a:ext cx="8911687" cy="1280890"/>
          </a:xfrm>
        </p:spPr>
        <p:txBody>
          <a:bodyPr/>
          <a:lstStyle/>
          <a:p>
            <a:pPr algn="ctr"/>
            <a:r>
              <a:rPr lang="ro-RO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Rezultate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2899027"/>
            <a:ext cx="621747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 jocuri rulate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10.031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swaps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275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Rezultate salvate în /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/summary.csv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Jocuri 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reproducibile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fix 42</a:t>
            </a:r>
          </a:p>
        </p:txBody>
      </p:sp>
    </p:spTree>
    <p:extLst>
      <p:ext uri="{BB962C8B-B14F-4D97-AF65-F5344CB8AC3E}">
        <p14:creationId xmlns:p14="http://schemas.microsoft.com/office/powerpoint/2010/main" val="70483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957199" y="1355630"/>
            <a:ext cx="8911687" cy="1280890"/>
          </a:xfrm>
        </p:spPr>
        <p:txBody>
          <a:bodyPr/>
          <a:lstStyle/>
          <a:p>
            <a:pPr algn="ctr"/>
            <a:r>
              <a:rPr lang="ro-RO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Concluzii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3114470"/>
            <a:ext cx="899477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Automatizare completă 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Candy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Crush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11×11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Detectare L/T + linii → scor corect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rapid → reducere semnificativă a numărului de mutări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</a:t>
            </a:r>
            <a:r>
              <a:rPr kumimoji="0" lang="ro-RO" altLang="ro-RO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gata pentru predare</a:t>
            </a:r>
          </a:p>
        </p:txBody>
      </p:sp>
    </p:spTree>
    <p:extLst>
      <p:ext uri="{BB962C8B-B14F-4D97-AF65-F5344CB8AC3E}">
        <p14:creationId xmlns:p14="http://schemas.microsoft.com/office/powerpoint/2010/main" val="794992537"/>
      </p:ext>
    </p:extLst>
  </p:cSld>
  <p:clrMapOvr>
    <a:masterClrMapping/>
  </p:clrMapOvr>
</p:sld>
</file>

<file path=ppt/theme/theme1.xml><?xml version="1.0" encoding="utf-8"?>
<a:theme xmlns:a="http://schemas.openxmlformats.org/drawingml/2006/main" name="Adiere">
  <a:themeElements>
    <a:clrScheme name="Adier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dier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Adiere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</TotalTime>
  <Words>205</Words>
  <Application>Microsoft Office PowerPoint</Application>
  <PresentationFormat>Ecran lat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3</vt:lpstr>
      <vt:lpstr>Adiere</vt:lpstr>
      <vt:lpstr>Automatizare Candy Crush 11×11</vt:lpstr>
      <vt:lpstr>Obiective</vt:lpstr>
      <vt:lpstr>Modelarea jocului</vt:lpstr>
      <vt:lpstr>Detectare și scor</vt:lpstr>
      <vt:lpstr>Strategia swap</vt:lpstr>
      <vt:lpstr>Rezultate</vt:lpstr>
      <vt:lpstr>Concluzii</vt:lpstr>
    </vt:vector>
  </TitlesOfParts>
  <Company>diakov.net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Automatizare Candy Crush 11×11</dc:title>
  <dc:creator>Andrea</dc:creator>
  <cp:lastModifiedBy>Andrea</cp:lastModifiedBy>
  <cp:revision>4</cp:revision>
  <dcterms:created xsi:type="dcterms:W3CDTF">2026-01-18T14:26:00Z</dcterms:created>
  <dcterms:modified xsi:type="dcterms:W3CDTF">2026-01-18T14:58:04Z</dcterms:modified>
</cp:coreProperties>
</file>